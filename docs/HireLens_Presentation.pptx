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HireLens: it reads a job description and produces a structured hiring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7315200" cy="7315200"/>
          </a:xfrm>
          <a:prstGeom prst="ellipse">
            <a:avLst/>
          </a:prstGeom>
          <a:solidFill>
            <a:srgbClr val="8B5CF6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2926080"/>
            <a:ext cx="4572000" cy="45720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1887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22D3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7060F"/>
                </a:solidFill>
              </a:rPr>
              <a:t>H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1887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EAFF"/>
                </a:solidFill>
              </a:rPr>
              <a:t>HireLens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CEAFF"/>
                </a:solidFill>
              </a:rPr>
              <a:t>AI Job Description Analyzer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5A2CF"/>
                </a:solidFill>
              </a:rPr>
              <a:t>From a raw job posting to a structured hiring report, using a 4-node LangGraph pipeline.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46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ECEAFF"/>
                </a:solidFill>
              </a:rPr>
              <a:t>Presented by: Anushay Ayat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ECEAFF"/>
                </a:solidFill>
              </a:rPr>
              <a:t>Program: Artificial Intelligence and Data Science, SMIT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029200" cy="50292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754880"/>
            <a:ext cx="4572000" cy="45720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13232"/>
            <a:ext cx="82296" cy="5029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548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and objective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A2CF"/>
                </a:solidFill>
              </a:rPr>
              <a:t>HireLens  |  Anushay Ayat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2CF"/>
                </a:solidFill>
              </a:rPr>
              <a:t>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5394960" cy="3474720"/>
          </a:xfrm>
          <a:prstGeom prst="roundRect">
            <a:avLst>
              <a:gd name="adj" fmla="val 3158"/>
            </a:avLst>
          </a:prstGeom>
          <a:solidFill>
            <a:srgbClr val="120F26"/>
          </a:solidFill>
          <a:ln w="12700">
            <a:solidFill>
              <a:srgbClr val="2B2F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993392"/>
            <a:ext cx="4572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1214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AFF"/>
                </a:solidFill>
              </a:rPr>
              <a:t>The problem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633472"/>
            <a:ext cx="49377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A5A2CF"/>
                </a:solidFill>
              </a:rPr>
              <a:t>Job postings are long and unstructured. Recruiters and candidates spend time hunting for the title, experience, skills and job type, and often miss what matters most.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5303520" cy="3474720"/>
          </a:xfrm>
          <a:prstGeom prst="roundRect">
            <a:avLst>
              <a:gd name="adj" fmla="val 3158"/>
            </a:avLst>
          </a:prstGeom>
          <a:solidFill>
            <a:srgbClr val="120F26"/>
          </a:solidFill>
          <a:ln w="12700">
            <a:solidFill>
              <a:srgbClr val="2B2F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1993392"/>
            <a:ext cx="45720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21214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AFF"/>
                </a:solidFill>
              </a:rPr>
              <a:t>The objective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633472"/>
            <a:ext cx="4846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A5A2CF"/>
                </a:solidFill>
              </a:rPr>
              <a:t>Build an AI assistant that analyses a job description and converts it into a clear hiring report: title, company, experience, category, employment type, technical and soft skills, and the top 3 skills.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029200" cy="50292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754880"/>
            <a:ext cx="4572000" cy="45720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13232"/>
            <a:ext cx="82296" cy="5029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548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LangGraph workflow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A2CF"/>
                </a:solidFill>
              </a:rPr>
              <a:t>HireLens  |  Anushay Ayat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2CF"/>
                </a:solidFill>
              </a:rPr>
              <a:t>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2468880" cy="2651760"/>
          </a:xfrm>
          <a:prstGeom prst="roundRect">
            <a:avLst>
              <a:gd name="adj" fmla="val 4444"/>
            </a:avLst>
          </a:prstGeom>
          <a:solidFill>
            <a:srgbClr val="120F26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33172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060F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017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AFF"/>
                </a:solidFill>
              </a:rPr>
              <a:t>Information extraction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657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5A2CF"/>
                </a:solidFill>
              </a:rPr>
              <a:t>Job title, company, experience, required skills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3154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&gt;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3429000" y="2103120"/>
            <a:ext cx="2468880" cy="2651760"/>
          </a:xfrm>
          <a:prstGeom prst="roundRect">
            <a:avLst>
              <a:gd name="adj" fmla="val 4444"/>
            </a:avLst>
          </a:prstGeom>
          <a:solidFill>
            <a:srgbClr val="120F26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233172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060F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3017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AFF"/>
                </a:solidFill>
              </a:rPr>
              <a:t>Job classification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3657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5A2CF"/>
                </a:solidFill>
              </a:rPr>
              <a:t>Category and employment type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154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&gt;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217920" y="2103120"/>
            <a:ext cx="2468880" cy="2651760"/>
          </a:xfrm>
          <a:prstGeom prst="roundRect">
            <a:avLst>
              <a:gd name="adj" fmla="val 4444"/>
            </a:avLst>
          </a:prstGeom>
          <a:solidFill>
            <a:srgbClr val="120F26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233172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4652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060F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3017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AFF"/>
                </a:solidFill>
              </a:rPr>
              <a:t>Skill analysis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3657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5A2CF"/>
                </a:solidFill>
              </a:rPr>
              <a:t>Technical, soft, top 3 skills with scores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0" y="3154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&gt;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9006840" y="2103120"/>
            <a:ext cx="2468880" cy="2651760"/>
          </a:xfrm>
          <a:prstGeom prst="roundRect">
            <a:avLst>
              <a:gd name="adj" fmla="val 4444"/>
            </a:avLst>
          </a:prstGeom>
          <a:solidFill>
            <a:srgbClr val="120F26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35440" y="233172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23544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060F"/>
                </a:solidFill>
              </a:rPr>
              <a:t>4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235440" y="3017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AFF"/>
                </a:solidFill>
              </a:rPr>
              <a:t>Hiring report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9235440" y="3657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5A2CF"/>
                </a:solidFill>
              </a:rPr>
              <a:t>Summary, level and interview questions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5212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5A2CF"/>
                </a:solidFill>
              </a:rPr>
              <a:t>Each node reads the shared state, adds its own result and passes the state to the next node.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029200" cy="50292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754880"/>
            <a:ext cx="4572000" cy="45720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13232"/>
            <a:ext cx="82296" cy="5029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548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A2CF"/>
                </a:solidFill>
              </a:rPr>
              <a:t>HireLens  |  Anushay Ayat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2CF"/>
                </a:solidFill>
              </a:rPr>
              <a:t>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120F26"/>
          </a:solidFill>
          <a:ln w="12700">
            <a:solidFill>
              <a:srgbClr val="2B2F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993392"/>
            <a:ext cx="45720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1214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AFF"/>
                </a:solidFill>
              </a:rPr>
              <a:t>Python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63347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A5A2CF"/>
                </a:solidFill>
              </a:rPr>
              <a:t>Core language for the whole backend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89120" y="173736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120F26"/>
          </a:solidFill>
          <a:ln w="12700">
            <a:solidFill>
              <a:srgbClr val="2B2F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1993392"/>
            <a:ext cx="4572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17720" y="21214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AFF"/>
                </a:solidFill>
              </a:rPr>
              <a:t>LangGraph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63347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A5A2CF"/>
                </a:solidFill>
              </a:rPr>
              <a:t>Defines the 4 nodes and passes state between them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38160" y="173736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120F26"/>
          </a:solidFill>
          <a:ln w="12700">
            <a:solidFill>
              <a:srgbClr val="2B2F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6760" y="1993392"/>
            <a:ext cx="45720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66760" y="21214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AFF"/>
                </a:solidFill>
              </a:rPr>
              <a:t>Groq API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263347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A5A2CF"/>
                </a:solidFill>
              </a:rPr>
              <a:t>Fast LLM inference (Llama 3.3 70B)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388620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120F26"/>
          </a:solidFill>
          <a:ln w="12700">
            <a:solidFill>
              <a:srgbClr val="2B2F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142232"/>
            <a:ext cx="4572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42702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AFF"/>
                </a:solidFill>
              </a:rPr>
              <a:t>FastAPI + Pydantic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78231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A5A2CF"/>
                </a:solidFill>
              </a:rPr>
              <a:t>REST API and strict data validation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389120" y="388620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120F26"/>
          </a:solidFill>
          <a:ln w="12700">
            <a:solidFill>
              <a:srgbClr val="2B2F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4142232"/>
            <a:ext cx="45720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17720" y="42702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AFF"/>
                </a:solidFill>
              </a:rPr>
              <a:t>HTML, CSS, JavaScript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4617720" y="478231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A5A2CF"/>
                </a:solidFill>
              </a:rPr>
              <a:t>Dark futuristic frontend, no framework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138160" y="388620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120F26"/>
          </a:solidFill>
          <a:ln w="12700">
            <a:solidFill>
              <a:srgbClr val="2B2F7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66760" y="4142232"/>
            <a:ext cx="4572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66760" y="42702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AFF"/>
                </a:solidFill>
              </a:rPr>
              <a:t>Firebase Auth + Vercel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8366760" y="478231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A5A2CF"/>
                </a:solidFill>
              </a:rPr>
              <a:t>Email/Google login and hosting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029200" cy="50292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754880"/>
            <a:ext cx="4572000" cy="45720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13232"/>
            <a:ext cx="82296" cy="5029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548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A2CF"/>
                </a:solidFill>
              </a:rPr>
              <a:t>HireLens  |  Anushay Ayat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2CF"/>
                </a:solidFill>
              </a:rPr>
              <a:t>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120F26"/>
          </a:solidFill>
          <a:ln w="12700">
            <a:solidFill>
              <a:srgbClr val="2B2F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</a:rPr>
              <a:t>Browser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260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5A2CF"/>
                </a:solidFill>
              </a:rPr>
              <a:t>HTML, CSS, JS UI + Firebase login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2926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&gt;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429000" y="219456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120F26"/>
          </a:solidFill>
          <a:ln w="12700">
            <a:solidFill>
              <a:srgbClr val="2B2F7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1188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</a:rPr>
              <a:t>FastAPI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29260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5A2CF"/>
                </a:solidFill>
              </a:rPr>
              <a:t>/api/analyze and /api/match, input validation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2926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&gt;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217920" y="219456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120F26"/>
          </a:solidFill>
          <a:ln w="12700">
            <a:solidFill>
              <a:srgbClr val="2B2F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</a:rPr>
              <a:t>LangGraph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9260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5A2CF"/>
                </a:solidFill>
              </a:rPr>
              <a:t>extract, classify, skills, report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0" y="2926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&gt;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006840" y="219456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120F26"/>
          </a:solidFill>
          <a:ln w="12700">
            <a:solidFill>
              <a:srgbClr val="2B2F7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8972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</a:rPr>
              <a:t>Groq LLM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29260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5A2CF"/>
                </a:solidFill>
              </a:rPr>
              <a:t>Returns structured JSON per node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846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5A2CF"/>
                </a:solidFill>
              </a:rPr>
              <a:t>Empty or too-short input is rejected with a clear message before any LLM call is made.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029200" cy="50292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754880"/>
            <a:ext cx="4572000" cy="45720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13232"/>
            <a:ext cx="82296" cy="5029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548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A2CF"/>
                </a:solidFill>
              </a:rPr>
              <a:t>HireLens  |  Anushay Ayat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2CF"/>
                </a:solidFill>
              </a:rPr>
              <a:t>6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737360"/>
            <a:ext cx="5760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CEAFF"/>
                </a:solidFill>
              </a:rPr>
              <a:t>Login with Email or Google (Firebase Auth), plus guest mode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CEAFF"/>
                </a:solidFill>
              </a:rPr>
              <a:t>Hiring report with skill tags and top 3 skill score bars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CEAFF"/>
                </a:solidFill>
              </a:rPr>
              <a:t>Resume match: score, matched skills, missing skills, advice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CEAFF"/>
                </a:solidFill>
              </a:rPr>
              <a:t>Compare two job descriptions side by side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CEAFF"/>
                </a:solidFill>
              </a:rPr>
              <a:t>History of past reports saved per user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CEAFF"/>
                </a:solidFill>
              </a:rPr>
              <a:t>Export report as JSON or PDF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949440" y="1737360"/>
            <a:ext cx="4572000" cy="3474720"/>
          </a:xfrm>
          <a:prstGeom prst="roundRect">
            <a:avLst>
              <a:gd name="adj" fmla="val 3158"/>
            </a:avLst>
          </a:prstGeom>
          <a:solidFill>
            <a:srgbClr val="120F26"/>
          </a:solidFill>
          <a:ln w="12700">
            <a:solidFill>
              <a:srgbClr val="2B2F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78040" y="1993392"/>
            <a:ext cx="4572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7804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AFF"/>
                </a:solidFill>
              </a:rPr>
              <a:t>Also included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2633472"/>
            <a:ext cx="41148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A5A2CF"/>
                </a:solidFill>
              </a:rPr>
              <a:t>Animated particle background, loading steps that follow the pipeline, interview questions for recruiters, and graceful error messages for empty or invalid input.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029200" cy="50292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754880"/>
            <a:ext cx="4572000" cy="45720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13232"/>
            <a:ext cx="82296" cy="5029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548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output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A2CF"/>
                </a:solidFill>
              </a:rPr>
              <a:t>HireLens  |  Anushay Ayat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2CF"/>
                </a:solidFill>
              </a:rPr>
              <a:t>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4937760" cy="4206240"/>
          </a:xfrm>
          <a:prstGeom prst="roundRect">
            <a:avLst>
              <a:gd name="adj" fmla="val 2609"/>
            </a:avLst>
          </a:prstGeom>
          <a:solidFill>
            <a:srgbClr val="120F26"/>
          </a:solidFill>
          <a:ln w="12700">
            <a:solidFill>
              <a:srgbClr val="2B2F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</a:rPr>
              <a:t>Input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377440"/>
            <a:ext cx="4480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CEAFF"/>
                </a:solidFill>
              </a:rPr>
              <a:t>We are hiring an AI Engineer at ABC Technologies (full-time, on-site). You have 2-4 years of experience with Python, FastAPI, LangGraph and SQL. Strong communication, teamwork and problem solving are a must.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852160" y="1737360"/>
            <a:ext cx="5669280" cy="4206240"/>
          </a:xfrm>
          <a:prstGeom prst="roundRect">
            <a:avLst>
              <a:gd name="adj" fmla="val 2609"/>
            </a:avLst>
          </a:prstGeom>
          <a:solidFill>
            <a:srgbClr val="120F26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80760" y="1920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</a:rPr>
              <a:t>Hiring report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080760" y="2377440"/>
            <a:ext cx="5212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ECEAFF"/>
                </a:solidFill>
              </a:rPr>
              <a:t>Job title: AI Engineer</a:t>
            </a:r>
            <a:endParaRPr lang="en-US" sz="15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ECEAFF"/>
                </a:solidFill>
              </a:rPr>
              <a:t>Company: ABC Technologies</a:t>
            </a:r>
            <a:endParaRPr lang="en-US" sz="15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ECEAFF"/>
                </a:solidFill>
              </a:rPr>
              <a:t>Experience: 2-4 years</a:t>
            </a:r>
            <a:endParaRPr lang="en-US" sz="15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ECEAFF"/>
                </a:solidFill>
              </a:rPr>
              <a:t>Category: Artificial Intelligence</a:t>
            </a:r>
            <a:endParaRPr lang="en-US" sz="15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ECEAFF"/>
                </a:solidFill>
              </a:rPr>
              <a:t>Employment: Full-time</a:t>
            </a:r>
            <a:endParaRPr lang="en-US" sz="15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ECEAFF"/>
                </a:solidFill>
              </a:rPr>
              <a:t>Technical: Python, FastAPI, LangGraph, SQL</a:t>
            </a:r>
            <a:endParaRPr lang="en-US" sz="15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ECEAFF"/>
                </a:solidFill>
              </a:rPr>
              <a:t>Soft: Communication, Teamwork, Problem solving</a:t>
            </a:r>
            <a:endParaRPr lang="en-US" sz="15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ECEAFF"/>
                </a:solidFill>
              </a:rPr>
              <a:t>Top 3: Python, LangGraph, FastAPI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029200" cy="50292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754880"/>
            <a:ext cx="4572000" cy="45720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13232"/>
            <a:ext cx="82296" cy="5029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548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design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A2CF"/>
                </a:solidFill>
              </a:rPr>
              <a:t>HireLens  |  Anushay Ayat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2CF"/>
                </a:solidFill>
              </a:rPr>
              <a:t>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3474720" cy="3474720"/>
          </a:xfrm>
          <a:prstGeom prst="roundRect">
            <a:avLst>
              <a:gd name="adj" fmla="val 3158"/>
            </a:avLst>
          </a:prstGeom>
          <a:solidFill>
            <a:srgbClr val="120F26"/>
          </a:solidFill>
          <a:ln w="12700">
            <a:solidFill>
              <a:srgbClr val="2B2F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993392"/>
            <a:ext cx="45720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1214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AFF"/>
                </a:solidFill>
              </a:rPr>
              <a:t>Dark futuristic theme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633472"/>
            <a:ext cx="30175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A5A2CF"/>
                </a:solidFill>
              </a:rPr>
              <a:t>Deep navy background with cyan and violet glow, glass panels and an animated particle network.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43400" y="1737360"/>
            <a:ext cx="3474720" cy="3474720"/>
          </a:xfrm>
          <a:prstGeom prst="roundRect">
            <a:avLst>
              <a:gd name="adj" fmla="val 3158"/>
            </a:avLst>
          </a:prstGeom>
          <a:solidFill>
            <a:srgbClr val="120F26"/>
          </a:solidFill>
          <a:ln w="12700">
            <a:solidFill>
              <a:srgbClr val="2B2F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993392"/>
            <a:ext cx="4572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0" y="21214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AFF"/>
                </a:solidFill>
              </a:rPr>
              <a:t>Unique login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633472"/>
            <a:ext cx="30175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A5A2CF"/>
                </a:solidFill>
              </a:rPr>
              <a:t>A pulsing 4-node pipeline shows the workflow before you sign in. Email, Google or guest access.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46720" y="1737360"/>
            <a:ext cx="3474720" cy="3474720"/>
          </a:xfrm>
          <a:prstGeom prst="roundRect">
            <a:avLst>
              <a:gd name="adj" fmla="val 3158"/>
            </a:avLst>
          </a:prstGeom>
          <a:solidFill>
            <a:srgbClr val="120F26"/>
          </a:solidFill>
          <a:ln w="12700">
            <a:solidFill>
              <a:srgbClr val="2B2F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1993392"/>
            <a:ext cx="45720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75320" y="21214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AFF"/>
                </a:solidFill>
              </a:rPr>
              <a:t>Responsive and accessible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2633472"/>
            <a:ext cx="30175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A5A2CF"/>
                </a:solidFill>
              </a:rPr>
              <a:t>Works on mobile, shows keyboard focus and respects reduced-motion settings.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029200" cy="50292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754880"/>
            <a:ext cx="4572000" cy="45720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13232"/>
            <a:ext cx="82296" cy="5029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548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A2CF"/>
                </a:solidFill>
              </a:rPr>
              <a:t>HireLens  |  Anushay Ayat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2CF"/>
                </a:solidFill>
              </a:rPr>
              <a:t>9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73736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CEAFF"/>
                </a:solidFill>
              </a:rPr>
              <a:t>Code on GitHub: api/ (FastAPI + LangGraph) and public/ (frontend)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CEAFF"/>
                </a:solidFill>
              </a:rPr>
              <a:t>Vercel serves the frontend and runs the FastAPI function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CEAFF"/>
                </a:solidFill>
              </a:rPr>
              <a:t>GROQ_API_KEY stored as a Vercel environment variable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CEAFF"/>
                </a:solidFill>
              </a:rPr>
              <a:t>Firebase Authentication handles Email and Google sign-in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CEAFF"/>
                </a:solidFill>
              </a:rPr>
              <a:t>Vercel domain added to Firebase authorized domains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029200" cy="50292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754880"/>
            <a:ext cx="4572000" cy="45720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13232"/>
            <a:ext cx="82296" cy="5029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548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and future scope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A2CF"/>
                </a:solidFill>
              </a:rPr>
              <a:t>HireLens  |  Anushay Ayat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2CF"/>
                </a:solidFill>
              </a:rPr>
              <a:t>10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5394960" cy="3474720"/>
          </a:xfrm>
          <a:prstGeom prst="roundRect">
            <a:avLst>
              <a:gd name="adj" fmla="val 3158"/>
            </a:avLst>
          </a:prstGeom>
          <a:solidFill>
            <a:srgbClr val="120F26"/>
          </a:solidFill>
          <a:ln w="12700">
            <a:solidFill>
              <a:srgbClr val="2B2F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993392"/>
            <a:ext cx="4572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1214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AFF"/>
                </a:solidFill>
              </a:rPr>
              <a:t>Challenges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633472"/>
            <a:ext cx="49377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A5A2CF"/>
                </a:solidFill>
              </a:rPr>
              <a:t>Getting reliable structured JSON from the LLM, passing state cleanly between nodes, and handling empty or messy input without crashing.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5303520" cy="3474720"/>
          </a:xfrm>
          <a:prstGeom prst="roundRect">
            <a:avLst>
              <a:gd name="adj" fmla="val 3158"/>
            </a:avLst>
          </a:prstGeom>
          <a:solidFill>
            <a:srgbClr val="120F26"/>
          </a:solidFill>
          <a:ln w="12700">
            <a:solidFill>
              <a:srgbClr val="2B2F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1993392"/>
            <a:ext cx="45720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21214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AFF"/>
                </a:solidFill>
              </a:rPr>
              <a:t>Future scope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633472"/>
            <a:ext cx="4846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A5A2CF"/>
                </a:solidFill>
              </a:rPr>
              <a:t>Upload PDF job descriptions, store history in Firestore, rank multiple resumes for one job, and add salary and market-trend insights.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914400"/>
            <a:ext cx="5943600" cy="5943600"/>
          </a:xfrm>
          <a:prstGeom prst="ellipse">
            <a:avLst/>
          </a:prstGeom>
          <a:solidFill>
            <a:srgbClr val="8B5CF6">
              <a:alpha val="14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3774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CEAFF"/>
                </a:solidFill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661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D3EE"/>
                </a:solidFill>
              </a:rPr>
              <a:t>HireLens: read the posting, get the hiring report.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5A2CF"/>
                </a:solidFill>
              </a:rPr>
              <a:t>Anushay Ayat  |  github.com/scientistayat-engineer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HireLens: AI Job Description Analyzer</dc:title>
  <dc:subject>PptxGenJS Presentation</dc:subject>
  <dc:creator>Anushay Ayat</dc:creator>
  <cp:lastModifiedBy>Anushay Ayat</cp:lastModifiedBy>
  <cp:revision>1</cp:revision>
  <dcterms:created xsi:type="dcterms:W3CDTF">2026-10-27T08:17:54Z</dcterms:created>
  <dcterms:modified xsi:type="dcterms:W3CDTF">2026-10-27T08:17:54Z</dcterms:modified>
</cp:coreProperties>
</file>